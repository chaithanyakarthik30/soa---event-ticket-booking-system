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20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20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20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959428"/>
              </p:ext>
            </p:extLst>
          </p:nvPr>
        </p:nvGraphicFramePr>
        <p:xfrm>
          <a:off x="8193271" y="4898509"/>
          <a:ext cx="370205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 Yaswanth Reddy       - 2420090053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U. Chaithanya Karthik - 2420090030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V. Sudhir                         - 2420030377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559502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IN" sz="1400" dirty="0"/>
                        <a:t>Dr .Neelima Gogineni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SOA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93212" y="800231"/>
            <a:ext cx="11063359" cy="126198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2800" b="1" dirty="0"/>
              <a:t>AI-Driven Agentic Smart Event Ticket Booking Platform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693212" y="705643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0D2D22-F16A-3D50-C042-9EA30329EB7D}"/>
              </a:ext>
            </a:extLst>
          </p:cNvPr>
          <p:cNvSpPr txBox="1"/>
          <p:nvPr/>
        </p:nvSpPr>
        <p:spPr>
          <a:xfrm>
            <a:off x="707571" y="1262743"/>
            <a:ext cx="102108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Existing event ticket booking platforms mainly depend on manual searching and browsing.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Users need to spend time searching for suitable events.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Event information may be scattered across different platforms.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Personalized event recommendations are often limited.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Managing bookings and ticket information can be inconvenient.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There is a need for a smart and user-friendly event ticket booking system. 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4FE717-398D-DAC2-D796-55B510E995DC}"/>
              </a:ext>
            </a:extLst>
          </p:cNvPr>
          <p:cNvSpPr txBox="1"/>
          <p:nvPr/>
        </p:nvSpPr>
        <p:spPr>
          <a:xfrm>
            <a:off x="849087" y="1659285"/>
            <a:ext cx="958535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To develop an AI-driven platform for event ticket booking.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To provide a simple and user-friendly booking interface.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To recommend suitable events based on user preferences.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To manage event details and ticket availability efficiently.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To provide secure user registration and login.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To simplify the complete process from event discovery to ticket booking.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To reduce the time required for finding suitable events. 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8235411"/>
              </p:ext>
            </p:extLst>
          </p:nvPr>
        </p:nvGraphicFramePr>
        <p:xfrm>
          <a:off x="274646" y="689466"/>
          <a:ext cx="11642705" cy="4656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3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Ricci et al. [1]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Recommender Systems Handbook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•Collaborative filtering 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•Content-based recommendation 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•Hybrid recommendation techniques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Recommendation systems can personalize items based on user preferences and behaviour.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Hybrid methods can combine multiple recommendation approaches.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Recommendation quality depends on sufficient user and item data.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IN" sz="1400" dirty="0"/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 Future work can focus on more personalized and context-aware recommendations.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Aggarwal [2]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Recommender Systems: The Textbook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Collaborative filtering. Content-based filtering. Knowledge-based recommendation.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Different recommendation techniques can be applied according to user requirements.</a:t>
                      </a:r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Personalized recommendations can improve the user experience.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Cold-start and sparse-data problems can affect recommendation accuracy.  Future systems can use additional contextual information.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 err="1"/>
                        <a:t>Adomavicius</a:t>
                      </a:r>
                      <a:r>
                        <a:rPr lang="en-IN" sz="1400" dirty="0"/>
                        <a:t> &amp; </a:t>
                      </a:r>
                      <a:r>
                        <a:rPr lang="en-IN" sz="1400" dirty="0" err="1"/>
                        <a:t>Tuzhilin</a:t>
                      </a:r>
                      <a:r>
                        <a:rPr lang="en-IN" sz="1400" dirty="0"/>
                        <a:t> [3]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Toward the Next Generation of Recommender Systems: A Survey of the State-of-the-Art and Possible Extensions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Content-based recommendation Collaborative filtering. Context-aware recommendation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Context information can improve recommendation quality.</a:t>
                      </a:r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User preferences and contextual factors can be considered for more relevant recommendations.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Context-aware recommendation requires additional information about users and situations.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Future work can explore more effective context-aware and personalized systems.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8BAD20-B65C-BEA1-4A7C-CD5EE9B6B0E6}"/>
              </a:ext>
            </a:extLst>
          </p:cNvPr>
          <p:cNvSpPr txBox="1"/>
          <p:nvPr/>
        </p:nvSpPr>
        <p:spPr>
          <a:xfrm>
            <a:off x="1491343" y="1638611"/>
            <a:ext cx="92964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Limited personalization in traditional event booking systems.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Users may receive too many irrelevant event options.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Event discovery and ticket booking are often treated as separate processes.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Intelligent recommendations are not always integrated into booking platforms.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A unified system combining </a:t>
            </a:r>
            <a:r>
              <a:rPr lang="en-IN" sz="2800" b="1" dirty="0"/>
              <a:t>AI-based recommendations and event ticket booking</a:t>
            </a:r>
            <a:r>
              <a:rPr lang="en-IN" sz="2800" dirty="0"/>
              <a:t> can improve the overall user experience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4EA49C-9AD8-1E59-B51B-0D6BA7AA0820}"/>
              </a:ext>
            </a:extLst>
          </p:cNvPr>
          <p:cNvSpPr txBox="1"/>
          <p:nvPr/>
        </p:nvSpPr>
        <p:spPr>
          <a:xfrm>
            <a:off x="1643742" y="1781032"/>
            <a:ext cx="993865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AI-based personalized event recommendations.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User preference-based event discovery.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Integration of event recommendation and ticket booking.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Centralized management of users, events and bookings.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Simple and responsive user interface.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Microservices-based backend architecture for scalability.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1C8DB9-4463-FBD5-8F72-E47B5CE0DDBC}"/>
              </a:ext>
            </a:extLst>
          </p:cNvPr>
          <p:cNvSpPr txBox="1"/>
          <p:nvPr/>
        </p:nvSpPr>
        <p:spPr>
          <a:xfrm>
            <a:off x="1758043" y="1536174"/>
            <a:ext cx="867591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Technical Feasibility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Uses commonly available technologies such as Java, Spring Boot and MySQL.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Microservices architecture supports modular development. </a:t>
            </a:r>
          </a:p>
          <a:p>
            <a:pPr>
              <a:buNone/>
            </a:pPr>
            <a:r>
              <a:rPr lang="en-IN" sz="2400" b="1" dirty="0"/>
              <a:t>Economic Feasibility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Uses open-source development tools and frameworks.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Does not require expensive software. </a:t>
            </a:r>
          </a:p>
          <a:p>
            <a:pPr>
              <a:buNone/>
            </a:pPr>
            <a:r>
              <a:rPr lang="en-IN" sz="2400" b="1" dirty="0"/>
              <a:t>Operational Feasibility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Simple interface makes event discovery and booking easier.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Automated recommendations can improve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8B37E2-7ADA-9970-2832-C01DA84B23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9988812"/>
              </p:ext>
            </p:extLst>
          </p:nvPr>
        </p:nvGraphicFramePr>
        <p:xfrm>
          <a:off x="1240971" y="1695700"/>
          <a:ext cx="10515600" cy="40233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25638057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81938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Phase                                                                                          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563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Phase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Requirement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284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Phase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System Design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812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Phase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Database Design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9627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Phase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User Service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125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Phase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Event Service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960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Phase 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Booking Service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507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Phase 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Recommendation Module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322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Phase 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API Gateway &amp;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41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Phase 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8067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Phase 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Final Deployment &amp; Documentation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87583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B0EBEA3-863B-DB9F-C2D9-26466EA98C9C}"/>
              </a:ext>
            </a:extLst>
          </p:cNvPr>
          <p:cNvSpPr txBox="1"/>
          <p:nvPr/>
        </p:nvSpPr>
        <p:spPr>
          <a:xfrm>
            <a:off x="4256315" y="179603"/>
            <a:ext cx="6324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PROJECT TIMELINE</a:t>
            </a:r>
          </a:p>
        </p:txBody>
      </p:sp>
    </p:spTree>
    <p:extLst>
      <p:ext uri="{BB962C8B-B14F-4D97-AF65-F5344CB8AC3E}">
        <p14:creationId xmlns:p14="http://schemas.microsoft.com/office/powerpoint/2010/main" val="1984417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628</Words>
  <Application>Microsoft Office PowerPoint</Application>
  <PresentationFormat>Widescreen</PresentationFormat>
  <Paragraphs>133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Chaithanya Karthik</cp:lastModifiedBy>
  <cp:revision>34</cp:revision>
  <dcterms:created xsi:type="dcterms:W3CDTF">2026-08-08T06:33:56Z</dcterms:created>
  <dcterms:modified xsi:type="dcterms:W3CDTF">2026-08-20T06:45:09Z</dcterms:modified>
</cp:coreProperties>
</file>